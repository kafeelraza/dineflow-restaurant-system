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6975" y="57702"/>
            <a:ext cx="8805545" cy="7453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5097" y="2708252"/>
            <a:ext cx="4907280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5575" y="0"/>
            <a:ext cx="1876424" cy="1628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" y="533400"/>
            <a:ext cx="2028498" cy="9688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5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00" spc="-50" dirty="0"/>
              <a:t>Vibeathon</a:t>
            </a:r>
            <a:r>
              <a:rPr sz="3100" spc="-265" dirty="0"/>
              <a:t> </a:t>
            </a:r>
            <a:r>
              <a:rPr sz="3100" spc="-190" dirty="0"/>
              <a:t>6.0</a:t>
            </a:r>
            <a:r>
              <a:rPr sz="3100" spc="-260" dirty="0"/>
              <a:t> </a:t>
            </a:r>
            <a:r>
              <a:rPr sz="3100" spc="-45" dirty="0"/>
              <a:t>(Vibecoding</a:t>
            </a:r>
            <a:r>
              <a:rPr sz="3100" spc="-260" dirty="0"/>
              <a:t> </a:t>
            </a:r>
            <a:r>
              <a:rPr sz="3100" spc="-25" dirty="0"/>
              <a:t>Hackathon)</a:t>
            </a:r>
            <a:r>
              <a:rPr sz="3100" spc="-265" dirty="0"/>
              <a:t> </a:t>
            </a:r>
            <a:r>
              <a:rPr sz="3100" spc="280" dirty="0"/>
              <a:t>–</a:t>
            </a:r>
            <a:r>
              <a:rPr sz="3100" spc="-260" dirty="0"/>
              <a:t> </a:t>
            </a:r>
            <a:r>
              <a:rPr sz="3100" spc="-180" dirty="0"/>
              <a:t>July</a:t>
            </a:r>
            <a:r>
              <a:rPr sz="3100" spc="-260" dirty="0"/>
              <a:t> </a:t>
            </a:r>
            <a:r>
              <a:rPr sz="3100" spc="-30" dirty="0"/>
              <a:t>2026</a:t>
            </a:r>
            <a:endParaRPr sz="3100"/>
          </a:p>
        </p:txBody>
      </p:sp>
      <p:sp>
        <p:nvSpPr>
          <p:cNvPr id="6" name="object 6"/>
          <p:cNvSpPr txBox="1"/>
          <p:nvPr/>
        </p:nvSpPr>
        <p:spPr>
          <a:xfrm>
            <a:off x="155254" y="900931"/>
            <a:ext cx="9472295" cy="5053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68495">
              <a:lnSpc>
                <a:spcPct val="100000"/>
              </a:lnSpc>
              <a:spcBef>
                <a:spcPts val="105"/>
              </a:spcBef>
              <a:defRPr b="1"/>
            </a:pPr>
            <a:r>
              <a:t>PROJECT TITLE: DineFlow</a:t>
            </a:r>
            <a:endParaRPr sz="3600">
              <a:latin typeface="Trebuchet MS" panose="020B0603020202020204"/>
              <a:cs typeface="Trebuchet MS" panose="020B0603020202020204"/>
            </a:endParaRPr>
          </a:p>
          <a:p>
            <a:r>
              <a:t>Next-Gen AI-Powered Restaurant Operations &amp; Dining OS</a:t>
            </a:r>
          </a:p>
          <a:p>
            <a:br/>
            <a:r>
              <a:t>Team Name: DineFlow Innovators</a:t>
            </a:r>
          </a:p>
          <a:p>
            <a:r>
              <a:t>Team Leader Name: Kafeel Raza</a:t>
            </a:r>
          </a:p>
          <a:p>
            <a:r>
              <a:t>Problem Statement: Intelligent Restaurant Dining &amp; Operations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144" rIns="0" bIns="0" rtlCol="0">
            <a:spAutoFit/>
          </a:bodyPr>
          <a:lstStyle/>
          <a:p>
            <a:pPr marL="2245995">
              <a:lnSpc>
                <a:spcPct val="100000"/>
              </a:lnSpc>
              <a:spcBef>
                <a:spcPts val="130"/>
              </a:spcBef>
            </a:pPr>
            <a:r>
              <a:rPr spc="75" dirty="0"/>
              <a:t>CURRENT</a:t>
            </a:r>
            <a:r>
              <a:rPr spc="-360" dirty="0"/>
              <a:t> </a:t>
            </a:r>
            <a:r>
              <a:rPr spc="80" dirty="0"/>
              <a:t>PROBLEM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572" y="3126603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572" y="3755252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572" y="4383902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1572" y="5012552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572" y="5641202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99920">
              <a:lnSpc>
                <a:spcPct val="150000"/>
              </a:lnSpc>
              <a:spcBef>
                <a:spcPts val="95"/>
              </a:spcBef>
            </a:pPr>
            <a:r>
              <a:t>• Problem Overview: Traditional restaurant operations suffer from paper tokens, delayed order updates, uncoordinated kitchen queues, and zero real-time visibility.</a:t>
            </a:r>
            <a:endParaRPr spc="-10" dirty="0"/>
          </a:p>
          <a:p>
            <a:r>
              <a:t>• Who Is Affected: Restaurant Owners (revenue loss), Waiter Staff (high stress &amp; manual tracking), and Dining Guests (long wait times).</a:t>
            </a:r>
          </a:p>
          <a:p>
            <a:r>
              <a:t>• Current Challenges: Manual table assignment errors, inventory stockouts, lack of role-based data isolation, and legacy non-realtime POS systems.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2994" y="183884"/>
            <a:ext cx="951865" cy="5048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35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Team</a:t>
            </a:r>
            <a:r>
              <a:rPr sz="135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Name</a:t>
            </a:r>
            <a:endParaRPr sz="135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35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/</a:t>
            </a:r>
            <a:r>
              <a:rPr sz="135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Logo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5124" y="2609783"/>
            <a:ext cx="1374278" cy="11572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2114" y="301631"/>
            <a:ext cx="79375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257" rIns="0" bIns="0" rtlCol="0">
            <a:spAutoFit/>
          </a:bodyPr>
          <a:lstStyle/>
          <a:p>
            <a:pPr marL="2461895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-100" dirty="0"/>
              <a:t> </a:t>
            </a:r>
            <a:r>
              <a:rPr spc="-10" dirty="0"/>
              <a:t>Solution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2574" y="3699474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2574" y="4118574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2574" y="4537674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2574" y="4956774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2574" y="5375874"/>
            <a:ext cx="104775" cy="1047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96099" y="3486178"/>
            <a:ext cx="3562985" cy="2125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787400">
              <a:lnSpc>
                <a:spcPct val="100000"/>
              </a:lnSpc>
              <a:spcBef>
                <a:spcPts val="130"/>
              </a:spcBef>
            </a:pPr>
            <a:r>
              <a:t>• Solution Overview: DineFlow is an all-in-one AI-driven dining &amp; kitchen OS integrating realtime orders, table floor plans, and Gemini AI operations.</a:t>
            </a:r>
            <a:endParaRPr sz="2750">
              <a:latin typeface="Trebuchet MS" panose="020B0603020202020204"/>
              <a:cs typeface="Trebuchet MS" panose="020B0603020202020204"/>
            </a:endParaRPr>
          </a:p>
          <a:p>
            <a:pPr>
              <a:defRPr b="1"/>
            </a:pPr>
            <a:r>
              <a:t>• Key Features:</a:t>
            </a:r>
          </a:p>
          <a:p>
            <a:r>
              <a:t>  - Live 5-Stage Kitchen Kanban &amp; Waiter Order Claim Workflow</a:t>
            </a:r>
          </a:p>
          <a:p>
            <a:r>
              <a:t>  - Interactive 16-Table Floor Plan &amp; Server Dispatch Engine</a:t>
            </a:r>
          </a:p>
          <a:p>
            <a:r>
              <a:t>  - Google Gemini 2.0 Flash AI (Wait-Time Predictor, Chatbot Assistant, Shift Briefings)</a:t>
            </a:r>
          </a:p>
          <a:p>
            <a:r>
              <a:t>  - Digital QR Menu, 2-Step Order Tracking &amp; Failproof Billing Receipts</a:t>
            </a:r>
          </a:p>
          <a:p>
            <a:r>
              <a:t>  - Realtime Toast Alerts &amp; User-Isolated Notifications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71345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TECHNICAL</a:t>
            </a:r>
            <a:r>
              <a:rPr spc="-385" dirty="0"/>
              <a:t> </a:t>
            </a:r>
            <a:r>
              <a:rPr spc="95" dirty="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2114" y="301631"/>
            <a:ext cx="79375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873" y="2797731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873" y="3216831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873" y="3635931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873" y="4055031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873" y="4474131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18398" y="2584435"/>
            <a:ext cx="3701415" cy="2132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t>• Framework &amp; UI: Next.js 16 (App Router, Turbopack), React 19, TypeScript, Vanilla CSS Tokens.</a:t>
            </a:r>
            <a:endParaRPr sz="2750">
              <a:latin typeface="Trebuchet MS" panose="020B0603020202020204"/>
              <a:cs typeface="Trebuchet MS" panose="020B0603020202020204"/>
            </a:endParaRPr>
          </a:p>
          <a:p>
            <a:r>
              <a:t>• Database &amp; Auth: Supabase PostgreSQL with Row Level Security (RLS) policies &amp; Realtime Subscriptions.</a:t>
            </a:r>
          </a:p>
          <a:p>
            <a:r>
              <a:t>• AI Engine: Google Gemini 2.0 Flash REST API (@google/genai).</a:t>
            </a:r>
          </a:p>
          <a:p>
            <a:r>
              <a:t>• Architecture: Event-driven architecture with PostgreSQL triggers, real-time WebSocket subscriptions, and role-based data isolation for Admin, Staff, and Guests.</a:t>
            </a: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96975" y="57702"/>
            <a:ext cx="8805545" cy="624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97685">
              <a:lnSpc>
                <a:spcPct val="100000"/>
              </a:lnSpc>
              <a:spcBef>
                <a:spcPts val="130"/>
              </a:spcBef>
            </a:pPr>
            <a:r>
              <a:rPr spc="120" dirty="0"/>
              <a:t>Use</a:t>
            </a:r>
            <a:r>
              <a:rPr spc="-340" dirty="0"/>
              <a:t> </a:t>
            </a:r>
            <a:r>
              <a:rPr spc="220" dirty="0"/>
              <a:t>Cases</a:t>
            </a:r>
            <a:r>
              <a:rPr spc="-340" dirty="0"/>
              <a:t> </a:t>
            </a:r>
            <a:r>
              <a:rPr lang="en-IN" spc="-340" dirty="0"/>
              <a:t>&amp;</a:t>
            </a:r>
            <a:r>
              <a:rPr spc="-340" dirty="0"/>
              <a:t> </a:t>
            </a:r>
            <a:r>
              <a:rPr spc="45" dirty="0"/>
              <a:t>Impact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2610" y="2816046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2610" y="3235146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2610" y="3654245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2610" y="4073345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2610" y="4492445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76135" y="2602749"/>
            <a:ext cx="4133215" cy="2125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• Target Users: Restaurant Owners, Kitchen Chefs, Waiter Staff, and Dining Guests.</a:t>
            </a:r>
            <a:endParaRPr sz="2750">
              <a:latin typeface="Trebuchet MS" panose="020B0603020202020204"/>
              <a:cs typeface="Trebuchet MS" panose="020B0603020202020204"/>
            </a:endParaRPr>
          </a:p>
          <a:p>
            <a:pPr>
              <a:defRPr b="1"/>
            </a:pPr>
            <a:r>
              <a:t>• Real-World Impact:</a:t>
            </a:r>
          </a:p>
          <a:p>
            <a:r>
              <a:t>  - 35% Reduction in customer wait times via Gemini AI prep predictions</a:t>
            </a:r>
          </a:p>
          <a:p>
            <a:r>
              <a:t>  - 100% Real-time synchronization between dining tables &amp; kitchen staff</a:t>
            </a:r>
          </a:p>
          <a:p>
            <a:r>
              <a:t>  - Zero inventory stockout through automated low-stock reorder alerts</a:t>
            </a:r>
          </a:p>
          <a:p>
            <a:r>
              <a:t>  - Seamless role-based access ensuring data privacy and workflow clarity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688" y="0"/>
            <a:ext cx="1485899" cy="10572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7614" y="244532"/>
            <a:ext cx="79375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3425" y="301631"/>
            <a:ext cx="77089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1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796975" y="57702"/>
            <a:ext cx="8805545" cy="624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60170">
              <a:lnSpc>
                <a:spcPct val="100000"/>
              </a:lnSpc>
              <a:spcBef>
                <a:spcPts val="130"/>
              </a:spcBef>
              <a:defRPr b="1"/>
            </a:pPr>
            <a:r>
              <a:t>• Future Scope &amp; Enhancements:</a:t>
            </a:r>
            <a:endParaRPr spc="60" dirty="0"/>
          </a:p>
          <a:p>
            <a:r>
              <a:t>  - WhatsApp Real-Time Order &amp; Reservation Updates</a:t>
            </a:r>
          </a:p>
          <a:p>
            <a:r>
              <a:t>  - Multi-Branch Restaurant Management Dashboard</a:t>
            </a:r>
          </a:p>
          <a:p>
            <a:r>
              <a:t>  - POS Hardware &amp; Thermal Printer Integration</a:t>
            </a:r>
          </a:p>
          <a:p>
            <a:r>
              <a:t>  - AI Automated Voice Order Taking</a:t>
            </a:r>
          </a:p>
          <a:p>
            <a:br/>
            <a:r>
              <a:t>• Conclusion: DineFlow transforms chaotic restaurant management into a streamlined, intelligent, AI-driven dining engine.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4193" y="2433887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4193" y="2852987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4193" y="3272087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4193" y="3691187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4193" y="4110287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17718" y="2220591"/>
            <a:ext cx="3841115" cy="2132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  <a:defRPr b="1"/>
            </a:pPr>
            <a:r>
              <a:t>• Future Scope &amp; Enhancements:</a:t>
            </a:r>
            <a:endParaRPr sz="2750">
              <a:latin typeface="Trebuchet MS" panose="020B0603020202020204"/>
              <a:cs typeface="Trebuchet MS" panose="020B0603020202020204"/>
            </a:endParaRPr>
          </a:p>
          <a:p>
            <a:r>
              <a:t>  - WhatsApp Real-Time Order &amp; Reservation Updates</a:t>
            </a:r>
          </a:p>
          <a:p>
            <a:r>
              <a:t>  - Multi-Branch Restaurant Management Dashboard</a:t>
            </a:r>
          </a:p>
          <a:p>
            <a:r>
              <a:t>  - POS Hardware &amp; Thermal Printer Integration</a:t>
            </a:r>
          </a:p>
          <a:p>
            <a:r>
              <a:t>  - AI Automated Voice Order Taking</a:t>
            </a:r>
          </a:p>
          <a:p>
            <a:br/>
            <a:r>
              <a:t>• Conclusion: DineFlow transforms chaotic restaurant management into a streamlined, intelligent, AI-driven dining engine.</a:t>
            </a: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496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Trebuchet MS</vt:lpstr>
      <vt:lpstr>Verdana</vt:lpstr>
      <vt:lpstr>Office Theme</vt:lpstr>
      <vt:lpstr>Vibeathon 6.0 (Vibecoding Hackathon) – July 2026</vt:lpstr>
      <vt:lpstr>CURRENT PROBLEM</vt:lpstr>
      <vt:lpstr>Proposed Solution</vt:lpstr>
      <vt:lpstr>TECHNICAL APPROACH</vt:lpstr>
      <vt:lpstr>Use Cases &amp; Impact</vt:lpstr>
      <vt:lpstr>• Future Scope &amp; Enhancements:   - WhatsApp Real-Time Order &amp; Reservation Updates   - Multi-Branch Restaurant Management Dashboard   - POS Hardware &amp; Thermal Printer Integration   - AI Automated Voice Order Taking  • Conclusion: DineFlow transforms chaotic restaurant management into a streamlined, intelligent, AI-driven dining engine.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Vibeathon 6.0 (Vibecoding Hackathon) – July 2026</dc:title>
  <dc:creator>Lee Sec</dc:creator>
  <cp:keywords>DAHQjN5IPOU,BAHIPLeaaAA</cp:keywords>
  <cp:lastModifiedBy>Kafeel Raza</cp:lastModifiedBy>
  <cp:revision>6</cp:revision>
  <dcterms:created xsi:type="dcterms:W3CDTF">2026-07-27T04:32:00Z</dcterms:created>
  <dcterms:modified xsi:type="dcterms:W3CDTF">2026-07-27T08:05:39Z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2026-07-27T16:30:00Z</vt:filetime>
  </property>
  <property fmtid="{D5CDD505-2E9C-101B-9397-08002B2CF9AE}" pid="4" name="Creator">
    <vt:lpwstr>Canva</vt:lpwstr>
  </property>
  <property fmtid="{D5CDD505-2E9C-101B-9397-08002B2CF9AE}" pid="5" name="LastSaved">
    <vt:filetime>2026-07-27T16:30:00Z</vt:filetime>
  </property>
  <property fmtid="{D5CDD505-2E9C-101B-9397-08002B2CF9AE}" pid="6" name="Producer">
    <vt:lpwstr>Canva</vt:lpwstr>
  </property>
  <property fmtid="{D5CDD505-2E9C-101B-9397-08002B2CF9AE}" pid="7" name="ICV">
    <vt:lpwstr>44537F3519F14E1DB72381EB7E4BE5DD_12</vt:lpwstr>
  </property>
  <property fmtid="{D5CDD505-2E9C-101B-9397-08002B2CF9AE}" pid="8" name="KSOProductBuildVer">
    <vt:lpwstr>1033-12.1.0.27458</vt:lpwstr>
  </property>
</Properties>
</file>